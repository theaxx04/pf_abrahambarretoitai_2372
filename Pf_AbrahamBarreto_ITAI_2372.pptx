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 PORTFOLIO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Barreto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Practitioner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3200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97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2372 — AI Applications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Jacinto College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Areas: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NLP, Computer Vision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365760"/>
            <a:ext cx="2560320" cy="2560320"/>
          </a:xfrm>
          <a:prstGeom prst="ellipse">
            <a:avLst/>
          </a:prstGeom>
          <a:solidFill>
            <a:srgbClr val="1A2E44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822960"/>
            <a:ext cx="1645920" cy="1645920"/>
          </a:xfrm>
          <a:prstGeom prst="ellipse">
            <a:avLst/>
          </a:prstGeom>
          <a:solidFill>
            <a:srgbClr val="00957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143000"/>
            <a:ext cx="1005840" cy="1005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intelligent systems · Solving real-world problems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Assignments — Part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88620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88620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classification &amp; regression models using scikit-learn on real datasets.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preprocessing &amp; feature engineering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evaluation (accuracy, F1, ROC-AUC)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Hyperparameter tuning &amp; cross-validation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Pandas · Matplotlib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937760" y="1051560"/>
            <a:ext cx="388620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051560"/>
            <a:ext cx="3886200" cy="822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188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/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7492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conversational AI chatbot using NLP techniques and language model APIs.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tokenization &amp; preprocessing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 recognition &amp; entity extraction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engineering &amp; API integration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NLTK / spaCy · OpenAI API · Flask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Assignments — Part 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02336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/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CNN-based image classifier capable of identifying objects from image datasets.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Convolutional Neural Network design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augmentation &amp; data pipelines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 learning with pretrained models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TensorFlow/Keras · OpenCV · NumPy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051560"/>
            <a:ext cx="3977640" cy="3566160"/>
          </a:xfrm>
          <a:prstGeom prst="rect">
            <a:avLst/>
          </a:prstGeom>
          <a:solidFill>
            <a:srgbClr val="12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051560"/>
            <a:ext cx="3977640" cy="822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344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207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Mastered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29200" y="1828800"/>
            <a:ext cx="64008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230368" y="1828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0" y="2212848"/>
            <a:ext cx="64008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30368" y="22128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&amp; Deep Learning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0" y="2596896"/>
            <a:ext cx="6400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30368" y="25968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Prompt Engineering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0" y="2980944"/>
            <a:ext cx="64008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30368" y="29809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Optimization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29200" y="3364992"/>
            <a:ext cx="6400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30368" y="33649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EDA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029200" y="3749040"/>
            <a:ext cx="64008" cy="256032"/>
          </a:xfrm>
          <a:prstGeom prst="rect">
            <a:avLst/>
          </a:prstGeom>
          <a:solidFill>
            <a:srgbClr val="8EA8BF"/>
          </a:solidFill>
          <a:ln w="12700">
            <a:solidFill>
              <a:srgbClr val="8EA8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230368" y="37490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&amp; Responsible 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My Skills Translate to Industry Impact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286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15544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6517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diagnostic tools, medical image analysis, and patient outcome prediction using ML models.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51760" cy="15544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76479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systems, credit risk assessment, and algorithmic trading with classification models.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51760" cy="15544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25880"/>
            <a:ext cx="26517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E-Commerce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76479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 engines, demand forecasting, and customer sentiment analysis via NLP.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2651760" cy="15544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0896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5478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on production lines using computer vision and real-time image classification.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2651760" cy="15544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108960"/>
            <a:ext cx="26517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5478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chatbots and virtual assistants that handle inquiries using NLP and intent recognition.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3108960"/>
            <a:ext cx="2651760" cy="15544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310896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5478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pipelines, automating workflows, and developing smart applications for enterprise use.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Barreto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 · ITAI 2372 Portfolio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368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github.com/AbrahamBarreto/ITAI2372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346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834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14400" y="30540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your.email@example.com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03520" y="1188720"/>
            <a:ext cx="3474720" cy="356616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03520" y="1188720"/>
            <a:ext cx="34747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Certifications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532120" y="1984248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76072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&amp; AI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532120" y="2322576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760720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(scikit-learn)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532120" y="2660904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760720" y="25968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(TensorFlow/Keras)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532120" y="2999232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760720" y="2935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532120" y="333756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76072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(OpenCV)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532120" y="3675888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76072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2372 — AI Applications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viewing my portfolio · ITAI 2372 · San Jacinto College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ITAI 2372 AI Applications Portfolio</dc:title>
  <dc:subject>PptxGenJS Presentation</dc:subject>
  <dc:creator>Abraham Barreto</dc:creator>
  <cp:lastModifiedBy>Abraham Barreto</cp:lastModifiedBy>
  <cp:revision>1</cp:revision>
  <dcterms:created xsi:type="dcterms:W3CDTF">2026-05-05T16:22:50Z</dcterms:created>
  <dcterms:modified xsi:type="dcterms:W3CDTF">2026-05-05T16:22:50Z</dcterms:modified>
</cp:coreProperties>
</file>